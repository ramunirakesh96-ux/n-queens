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2563EB"/>
                </a:solidFill>
              </a:defRPr>
            </a:pPr>
            <a:r>
              <a:t>👑 N-Queens Algorithmic Visualizer</a:t>
            </a:r>
          </a:p>
          <a:p>
            <a:pPr algn="ctr">
              <a:defRPr sz="2000">
                <a:solidFill>
                  <a:srgbClr val="F3F4F6"/>
                </a:solidFill>
              </a:defRPr>
            </a:pPr>
            <a:r>
              <a:t>An Interactive Backtracking &amp; Constraint-Satisfaction Sandbox for DAA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9CA3AF"/>
                </a:solidFill>
              </a:defRPr>
            </a:pPr>
            <a:r>
              <a:t>Idea: An open-box execution engine turning complex recursion into live, step-by-step interactive animations.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Domain: Combinatorial Optimization &amp; State Space Exploration    |    Team Members: [Member 1], [Member 2], [Member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The Challenge: The Combinatorial Explosion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2937"/>
                </a:solidFill>
              </a:defRPr>
            </a:pPr>
            <a:r>
              <a:t>The Mathematical Problem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</a:defRPr>
            </a:pPr>
            <a:r>
              <a:t>• Exponential Scaling: Combinatorial problems grow drastically. The N-Queens puzzle requires evaluating up to N^N configurations via brute-force, locking up standard processor threads quickly as N shifts upward.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The 'Black Box' Execution: Traditional scripts run instantaneously behind compilation screens. This leaves engineers with only a static output vector or final matrix grid, completely masking internal mechanics.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DC2626"/>
                </a:solidFill>
              </a:defRPr>
            </a:pPr>
            <a:r>
              <a:t>Core Technical Bottlenecks Faced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1. Stack Trace Invisibility: Impossible to interactively audit how an active call stack computes safe constraints or identifies localized board vectors as invalid.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</a:defRPr>
            </a:pPr>
            <a:r>
              <a:t>2. State Synchronization Latency: High complexity in capturing transient engine states (like clearing variable indexes during standard un-placement steps) and mapping them cleanly to frontends.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3. Telemetry Gaps: Absence of live structural statistics logging total recursive depths, pruned branches, and constraint loops side-by-side during runtimes.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Our Innovation: Core Architecture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Unifying deep recursive execution loops directly with reactive interface lifecycles via async delays.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Open-Box Core Engine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Transforms black-box deep array loops into an explicit, step-by-step state machine mapping variables as they resolve.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Variable UI Controls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Configurable slider toggles mapping structural matrix widths (N=4 to N=8) paired with live execution speed budgets.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Live Constraint Mapping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Dynamic canvas overlays rendering crimson warning flags on attacked rows or diagonals the millisecond safety parameters fail.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Continuous Telemetry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Dedicated data scorecard dashboards updating recursive trace depths, backtrack instances, and validation cycles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How It Works: End-to-End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B7280"/>
                </a:solidFill>
              </a:defRPr>
            </a:pPr>
            <a:r>
              <a:t>STEP 01</a:t>
            </a:r>
          </a:p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Configuration Entry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The end-user provisions problem boundaries via the sidebar control card, adjusting scale sizes (N dimensions) and setting localized execution time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3840480"/>
          </a:xfrm>
          <a:prstGeom prst="round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B7280"/>
                </a:solidFill>
              </a:defRPr>
            </a:pPr>
            <a:r>
              <a:t>STEP 02</a:t>
            </a:r>
          </a:p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Asynchronous Processing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The central engine provisions structural array matrix layers, launching the main backtracking loop to evaluate safety constraints row-by-row and column-by-column.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3840480"/>
          </a:xfrm>
          <a:prstGeom prst="round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B7280"/>
                </a:solidFill>
              </a:defRPr>
            </a:pPr>
            <a:r>
              <a:t>STEP 03</a:t>
            </a:r>
          </a:p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Telemetry Production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The simulation triggers real-time canvas overlays, updates continuous performance dashboard cards, and collects all discovered spatial solution matrix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Technology Stack &amp; Algorithmic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2937"/>
                </a:solidFill>
              </a:defRPr>
            </a:pPr>
            <a:r>
              <a:t>Engine Architecture &amp; Tool Selection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Core Python Logic Engine: Chosen for structured matrix representations and seamless depth-first execution tracking.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Streamlit UI Integration: Provides a light, highly reactive frontend rendering architecture that binds tracking scripts directly to UI state metrics, skipping bulky JS code wrappers.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2937"/>
                </a:solidFill>
              </a:defRPr>
            </a:pPr>
            <a:r>
              <a:t>Algorithmic Mechanics &amp; Complexity Profile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Strategic Pruning Framework: Employs a crisp Depth-First Search (DFS) state space design layered with strict backtracking evaluation checks. Branches are dropped completely the instant an index collision is detected.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</a:defRPr>
            </a:pPr>
            <a:r>
              <a:t>• Time Complexity: Strictly bounded by O(N!) in absolute worst-case conditions, but substantially reduced in practice by immediate prune steps.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• Space Complexity: Highly streamlined profile capped at O(N) to maintain transient recursion memory buffers cleanly.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Demo &amp; Impact: Empirical Evaluation Profile (N=4)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solidFill>
            <a:srgbClr val="EEF2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B5563"/>
                </a:solidFill>
              </a:defRPr>
            </a:pPr>
            <a:r>
              <a:t>[ Interactive Web UI Live View Location ]</a:t>
            </a:r>
            <a:br/>
            <a:r>
              <a:t>Color-Coded Matrix Canvas (N=4 Grid Layout)</a:t>
            </a:r>
            <a:br/>
            <a:r>
              <a:t>&amp; Real-Time Sidebar Config Panel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645920"/>
          <a:ext cx="5760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256032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3F4F6"/>
                          </a:solidFill>
                        </a:defRPr>
                      </a:pPr>
                      <a:r>
                        <a:t>Telemetry Component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3F4F6"/>
                          </a:solidFill>
                        </a:defRPr>
                      </a:pPr>
                      <a:r>
                        <a:t>Metric Tally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3F4F6"/>
                          </a:solidFill>
                        </a:defRPr>
                      </a:pPr>
                      <a:r>
                        <a:t>Lab Evaluation Takeaway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Recursive Loop Cycles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17 Calls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Validates systematic tree exploration depth.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Branch Pruning Counts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8 Backtracks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Proves immediate dead-end branch pruning.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Safety Index Checks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60 Validations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Confirms robust row/diagonal boundary testing.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Output Solutions Found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563EB"/>
                          </a:solidFill>
                        </a:defRPr>
                      </a:pPr>
                      <a:r>
                        <a:t>2 Matrices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Verifies exact mathematical puzzle resolution.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Future Vision &amp; Roadmap Scans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</a:rPr>
              <a:t>• Current Core Achievement: </a:t>
            </a:r>
            <a:r>
              <a:rPr sz="1500">
                <a:solidFill>
                  <a:srgbClr val="F3F4F6"/>
                </a:solidFill>
              </a:rPr>
              <a:t>Engineered a working, single-threaded interactive sandbox visualizer mapping N=4 through N=8 parameters accurately.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</a:rPr>
              <a:t>• Timeline Scrubbing Additions: </a:t>
            </a:r>
            <a:r>
              <a:rPr sz="1500">
                <a:solidFill>
                  <a:srgbClr val="F3F4F6"/>
                </a:solidFill>
              </a:rPr>
              <a:t>Introduce a visual execution state history slider allowing users to actively pause runtime and manually scrub forward or backward across the processing timeline.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</a:rPr>
              <a:t>• Architecture Extensions: </a:t>
            </a:r>
            <a:r>
              <a:rPr sz="1500">
                <a:solidFill>
                  <a:srgbClr val="F3F4F6"/>
                </a:solidFill>
              </a:rPr>
              <a:t>Scale the codebase array backends to compare alternate DAA models side-by-side, integrating Branch and Bound, Greedy heuristic partitions, and dynamic programming matrix sheets.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</a:rPr>
              <a:t>• Core Design Takeaway: </a:t>
            </a:r>
            <a:r>
              <a:rPr sz="1500">
                <a:solidFill>
                  <a:srgbClr val="F3F4F6"/>
                </a:solidFill>
              </a:rPr>
              <a:t>True algorithmic visibility isn't about optimizing calculation runtimes in a hidden loop—it is about rendering the explicit path boundaries totally visible to engineers.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✨ Thank You! Open for Technical Q&amp;A / Lab Evaluation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